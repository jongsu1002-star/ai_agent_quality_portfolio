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c32aec0ec7d40d4" Type="http://schemas.openxmlformats.org/officeDocument/2006/relationships/officeDocument" Target="ppt/presentation.xml"/><Relationship Id="R2015beb16070453e" Type="http://schemas.openxmlformats.org/package/2006/relationships/metadata/core-properties" Target="docProps/core.xml"/><Relationship Id="R40ce70849e884bb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841e216aa4b63"/>
  </p:sldMasterIdLst>
  <p:notesMasterIdLst>
    <p:notesMasterId xmlns:r="http://schemas.openxmlformats.org/officeDocument/2006/relationships" r:id="Re517348b71094134"/>
  </p:notesMasterIdLst>
  <p:sldIdLst>
    <p:sldId xmlns:r="http://schemas.openxmlformats.org/officeDocument/2006/relationships" id="256" r:id="Rf199e0f6012943b8"/>
    <p:sldId xmlns:r="http://schemas.openxmlformats.org/officeDocument/2006/relationships" id="257" r:id="R6a1464649565401e"/>
    <p:sldId xmlns:r="http://schemas.openxmlformats.org/officeDocument/2006/relationships" id="258" r:id="R2405f2f65e5149f9"/>
    <p:sldId xmlns:r="http://schemas.openxmlformats.org/officeDocument/2006/relationships" id="259" r:id="R0efe6ed6d8464556"/>
    <p:sldId xmlns:r="http://schemas.openxmlformats.org/officeDocument/2006/relationships" id="260" r:id="R2c9313254c5045a9"/>
    <p:sldId xmlns:r="http://schemas.openxmlformats.org/officeDocument/2006/relationships" id="261" r:id="R66e6b2e248a345fa"/>
    <p:sldId xmlns:r="http://schemas.openxmlformats.org/officeDocument/2006/relationships" id="262" r:id="R0218b6cdedbd4391"/>
    <p:sldId xmlns:r="http://schemas.openxmlformats.org/officeDocument/2006/relationships" id="263" r:id="Rf78f62649d8e4b2a"/>
    <p:sldId xmlns:r="http://schemas.openxmlformats.org/officeDocument/2006/relationships" id="264" r:id="R5edb5a402c7f47b1"/>
    <p:sldId xmlns:r="http://schemas.openxmlformats.org/officeDocument/2006/relationships" id="265" r:id="Rb34faeec02fc47ae"/>
    <p:sldId xmlns:r="http://schemas.openxmlformats.org/officeDocument/2006/relationships" id="266" r:id="Rf963d97aea6b4f88"/>
    <p:sldId xmlns:r="http://schemas.openxmlformats.org/officeDocument/2006/relationships" id="267" r:id="Rbb83a02b6c5345e3"/>
    <p:sldId xmlns:r="http://schemas.openxmlformats.org/officeDocument/2006/relationships" id="268" r:id="Rd8651a1db70c49c1"/>
    <p:sldId xmlns:r="http://schemas.openxmlformats.org/officeDocument/2006/relationships" id="269" r:id="R98dffd9c70314065"/>
    <p:sldId xmlns:r="http://schemas.openxmlformats.org/officeDocument/2006/relationships" id="270" r:id="R3266044c7dea4bed"/>
    <p:sldId xmlns:r="http://schemas.openxmlformats.org/officeDocument/2006/relationships" id="271" r:id="R8846ef3750424c54"/>
    <p:sldId xmlns:r="http://schemas.openxmlformats.org/officeDocument/2006/relationships" id="272" r:id="R8fe63876efd84561"/>
    <p:sldId xmlns:r="http://schemas.openxmlformats.org/officeDocument/2006/relationships" id="273" r:id="Rde6d24960766464e"/>
    <p:sldId xmlns:r="http://schemas.openxmlformats.org/officeDocument/2006/relationships" id="274" r:id="R043aa91ce1b5480d"/>
    <p:sldId xmlns:r="http://schemas.openxmlformats.org/officeDocument/2006/relationships" id="275" r:id="R6d7d41e0e93d4612"/>
    <p:sldId xmlns:r="http://schemas.openxmlformats.org/officeDocument/2006/relationships" id="276" r:id="R47f5b94d94634636"/>
    <p:sldId xmlns:r="http://schemas.openxmlformats.org/officeDocument/2006/relationships" id="277" r:id="Rc040e6e0758742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218b6cdedbd4391" Type="http://schemas.openxmlformats.org/officeDocument/2006/relationships/slide" Target="slides/slide7.xml"/><Relationship Id="R043aa91ce1b5480d" Type="http://schemas.openxmlformats.org/officeDocument/2006/relationships/slide" Target="slides/slide19.xml"/><Relationship Id="R0efe6ed6d8464556" Type="http://schemas.openxmlformats.org/officeDocument/2006/relationships/slide" Target="slides/slide4.xml"/><Relationship Id="R2405f2f65e5149f9" Type="http://schemas.openxmlformats.org/officeDocument/2006/relationships/slide" Target="slides/slide3.xml"/><Relationship Id="R2c9313254c5045a9" Type="http://schemas.openxmlformats.org/officeDocument/2006/relationships/slide" Target="slides/slide5.xml"/><Relationship Id="R3266044c7dea4bed" Type="http://schemas.openxmlformats.org/officeDocument/2006/relationships/slide" Target="slides/slide15.xml"/><Relationship Id="R47f5b94d94634636" Type="http://schemas.openxmlformats.org/officeDocument/2006/relationships/slide" Target="slides/slide21.xml"/><Relationship Id="R5edb5a402c7f47b1" Type="http://schemas.openxmlformats.org/officeDocument/2006/relationships/slide" Target="slides/slide9.xml"/><Relationship Id="R66e6b2e248a345fa" Type="http://schemas.openxmlformats.org/officeDocument/2006/relationships/slide" Target="slides/slide6.xml"/><Relationship Id="R6a1464649565401e" Type="http://schemas.openxmlformats.org/officeDocument/2006/relationships/slide" Target="slides/slide2.xml"/><Relationship Id="R6d7d41e0e93d4612" Type="http://schemas.openxmlformats.org/officeDocument/2006/relationships/slide" Target="slides/slide20.xml"/><Relationship Id="R851841e216aa4b63" Type="http://schemas.openxmlformats.org/officeDocument/2006/relationships/slideMaster" Target="slideMasters/slideMaster1.xml"/><Relationship Id="R8846ef3750424c54" Type="http://schemas.openxmlformats.org/officeDocument/2006/relationships/slide" Target="slides/slide16.xml"/><Relationship Id="R8fe63876efd84561" Type="http://schemas.openxmlformats.org/officeDocument/2006/relationships/slide" Target="slides/slide17.xml"/><Relationship Id="R98daf9e3b56b4253" Type="http://schemas.openxmlformats.org/officeDocument/2006/relationships/tableStyles" Target="tableStyles.xml"/><Relationship Id="R98dffd9c70314065" Type="http://schemas.openxmlformats.org/officeDocument/2006/relationships/slide" Target="slides/slide14.xml"/><Relationship Id="Rb34faeec02fc47ae" Type="http://schemas.openxmlformats.org/officeDocument/2006/relationships/slide" Target="slides/slide10.xml"/><Relationship Id="Rbb83a02b6c5345e3" Type="http://schemas.openxmlformats.org/officeDocument/2006/relationships/slide" Target="slides/slide12.xml"/><Relationship Id="Rbe719cfdf30d4977" Type="http://schemas.openxmlformats.org/officeDocument/2006/relationships/presProps" Target="presProps.xml"/><Relationship Id="Rc040e6e075874272" Type="http://schemas.openxmlformats.org/officeDocument/2006/relationships/slide" Target="slides/slide22.xml"/><Relationship Id="Rcd21a2edad354e71" Type="http://schemas.openxmlformats.org/officeDocument/2006/relationships/theme" Target="theme/theme1.xml"/><Relationship Id="Rd8651a1db70c49c1" Type="http://schemas.openxmlformats.org/officeDocument/2006/relationships/slide" Target="slides/slide13.xml"/><Relationship Id="Rdcad18e3df7046b4" Type="http://schemas.openxmlformats.org/officeDocument/2006/relationships/viewProps" Target="viewProps.xml"/><Relationship Id="Rde6d24960766464e" Type="http://schemas.openxmlformats.org/officeDocument/2006/relationships/slide" Target="slides/slide18.xml"/><Relationship Id="Re517348b71094134" Type="http://schemas.openxmlformats.org/officeDocument/2006/relationships/notesMaster" Target="notesMasters/notesMaster1.xml"/><Relationship Id="Rf199e0f6012943b8" Type="http://schemas.openxmlformats.org/officeDocument/2006/relationships/slide" Target="slides/slide1.xml"/><Relationship Id="Rf78f62649d8e4b2a" Type="http://schemas.openxmlformats.org/officeDocument/2006/relationships/slide" Target="slides/slide8.xml"/><Relationship Id="Rf963d97aea6b4f8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a867cab0d6dd494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3af755e0b394d5f" Type="http://schemas.openxmlformats.org/officeDocument/2006/relationships/slide" Target="../slides/slide1.xml"/><Relationship Id="R854182a7d8954ca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d94905194ac4084" Type="http://schemas.openxmlformats.org/officeDocument/2006/relationships/notesMaster" Target="../notesMasters/notesMaster1.xml"/><Relationship Id="R86b977286363435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e356d7f283f440d" Type="http://schemas.openxmlformats.org/officeDocument/2006/relationships/notesMaster" Target="../notesMasters/notesMaster1.xml"/><Relationship Id="R433fe5c2986b471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061134e5ba24cba" Type="http://schemas.openxmlformats.org/officeDocument/2006/relationships/slide" Target="../slides/slide4.xml"/><Relationship Id="Rae3c8a966c4840c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7e5b69fbe0c4017" Type="http://schemas.openxmlformats.org/officeDocument/2006/relationships/notesMaster" Target="../notesMasters/notesMaster1.xml"/><Relationship Id="Rd2a17c75706e4fa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bdb70029e8e4331" Type="http://schemas.openxmlformats.org/officeDocument/2006/relationships/slide" Target="../slides/slide6.xml"/><Relationship Id="Rf62fa63ef1ac4ab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ccd69121cfe44d3" Type="http://schemas.openxmlformats.org/officeDocument/2006/relationships/slide" Target="../slides/slide7.xml"/><Relationship Id="Rb43ee32b59eb473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915da0567044732" Type="http://schemas.openxmlformats.org/officeDocument/2006/relationships/slide" Target="../slides/slide8.xml"/><Relationship Id="Rcd9fb12933e54aa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c9f4a0771404bc9" Type="http://schemas.openxmlformats.org/officeDocument/2006/relationships/slide" Target="../slides/slide9.xml"/><Relationship Id="Rad3403e5e6f3407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b92ea3be28141c6" Type="http://schemas.openxmlformats.org/officeDocument/2006/relationships/notesMaster" Target="../notesMasters/notesMaster1.xml"/><Relationship Id="R213d5352e3ab4b6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d4d3d89afce14485" Type="http://schemas.openxmlformats.org/officeDocument/2006/relationships/notesMaster" Target="../notesMasters/notesMaster1.xml"/><Relationship Id="Ree2700791bc24d3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b4248bee7b24baa" Type="http://schemas.openxmlformats.org/officeDocument/2006/relationships/notesMaster" Target="../notesMasters/notesMaster1.xml"/><Relationship Id="Reb627e3550cd43dd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5bd6ca4a27a46c0" Type="http://schemas.openxmlformats.org/officeDocument/2006/relationships/slide" Target="../slides/slide13.xml"/><Relationship Id="Rcc4cc25a2dc74dc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1fd861873844e92" Type="http://schemas.openxmlformats.org/officeDocument/2006/relationships/slide" Target="../slides/slide14.xml"/><Relationship Id="Rc25f7050e5f447c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ef80182bce040db" Type="http://schemas.openxmlformats.org/officeDocument/2006/relationships/slide" Target="../slides/slide15.xml"/><Relationship Id="R53fa9a1122a243a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7a8963e700b4b43" Type="http://schemas.openxmlformats.org/officeDocument/2006/relationships/slide" Target="../slides/slide16.xml"/><Relationship Id="Rc3e54662f567428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66abad34dd24ca9" Type="http://schemas.openxmlformats.org/officeDocument/2006/relationships/notesMaster" Target="../notesMasters/notesMaster1.xml"/><Relationship Id="Rd06e5206c24f4bf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8976773c1ee641d7" Type="http://schemas.openxmlformats.org/officeDocument/2006/relationships/notesMaster" Target="../notesMasters/notesMaster1.xml"/><Relationship Id="Rf43bbb42dfaa472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1e6a7cf5e124ece" Type="http://schemas.openxmlformats.org/officeDocument/2006/relationships/slide" Target="../slides/slide19.xml"/><Relationship Id="Ra4d79657ee5c4a94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a6f20ead028a4672" Type="http://schemas.openxmlformats.org/officeDocument/2006/relationships/notesMaster" Target="../notesMasters/notesMaster1.xml"/><Relationship Id="Re3a6041c70f34884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d8a3901a71c4c34" Type="http://schemas.openxmlformats.org/officeDocument/2006/relationships/notesMaster" Target="../notesMasters/notesMaster1.xml"/><Relationship Id="R9b675a4910f149fc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72e7d065c1b1458d" Type="http://schemas.openxmlformats.org/officeDocument/2006/relationships/slide" Target="../slides/slide22.xml"/><Relationship Id="Rdd9ed87d3d56461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C:/ai_agent_quality_portfolio/docs/AWS_배포_운영_매뉴얼.md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- C:/ai_agent_quality_portfolio/docs/superpowers/specs/2026-08-03-portfolio-demo-video-design.md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C:/Users/DWIT/Desktop/교육/8월/4일_48차/VOC_Improve_AWS_확장_최종완료보고_2조.pdf</a:t>
            </a:r>
          </a:p>
          <a:p xmlns:a="http://schemas.openxmlformats.org/drawingml/2006/main">
            <a:r>
              <a:t>- C:/ai_agent_quality_portfolio/docs/테스트_결과.md</a:t>
            </a:r>
          </a:p>
          <a:p xmlns:a="http://schemas.openxmlformats.org/drawingml/2006/main">
            <a:r>
              <a:t>- C:/ai_agent_quality_portfolio/docs/프로세스_명세서.md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9b663c3ab2d40a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a42b73852484df1" Type="http://schemas.openxmlformats.org/officeDocument/2006/relationships/slideLayout" Target="../slideLayouts/slideLayout1.xml"/><Relationship Id="R644f59c10af94a0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2b73852484df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ac62e4c29114cea" Type="http://schemas.openxmlformats.org/officeDocument/2006/relationships/notesSlide" Target="../notesSlides/notesSlide1.xml"/><Relationship Id="Rf3344dc0add843f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b1cb976f53947a0" Type="http://schemas.openxmlformats.org/officeDocument/2006/relationships/notesSlide" Target="../notesSlides/notesSlide2.xml"/><Relationship Id="Rede783d3016548b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300fdc4d45f42e5" Type="http://schemas.openxmlformats.org/officeDocument/2006/relationships/notesSlide" Target="../notesSlides/notesSlide3.xml"/><Relationship Id="R9a870e7680f943e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8eb7e260fac43fb" Type="http://schemas.openxmlformats.org/officeDocument/2006/relationships/notesSlide" Target="../notesSlides/notesSlide4.xml"/><Relationship Id="R1d51627659a94d5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48bb831073e4569" Type="http://schemas.openxmlformats.org/officeDocument/2006/relationships/notesSlide" Target="../notesSlides/notesSlide5.xml"/><Relationship Id="R50b95caa2d33442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c31ce0fd5ec447a" Type="http://schemas.openxmlformats.org/officeDocument/2006/relationships/slideLayout" Target="../slideLayouts/slideLayout1.xml"/><Relationship Id="Rc05593d3604049d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cf84a0133e184786" Type="http://schemas.openxmlformats.org/officeDocument/2006/relationships/slideLayout" Target="../slideLayouts/slideLayout1.xml"/><Relationship Id="Rf055ca642c8b4e2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ed0092c8aee42e4" Type="http://schemas.openxmlformats.org/officeDocument/2006/relationships/notesSlide" Target="../notesSlides/notesSlide8.xml"/><Relationship Id="Rc168b8842320432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5bfac9dda394c9c" Type="http://schemas.openxmlformats.org/officeDocument/2006/relationships/notesSlide" Target="../notesSlides/notesSlide9.xml"/><Relationship Id="Rdbf7e5b6269443b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491d057fd3c408c" Type="http://schemas.openxmlformats.org/officeDocument/2006/relationships/slideLayout" Target="../slideLayouts/slideLayout1.xml"/><Relationship Id="Rf1f4d2c0f82749b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b14cd9555304cc3" Type="http://schemas.openxmlformats.org/officeDocument/2006/relationships/slideLayout" Target="../slideLayouts/slideLayout1.xml"/><Relationship Id="Rf38b0b9ad71a420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61147da7ca14a38" Type="http://schemas.openxmlformats.org/officeDocument/2006/relationships/slideLayout" Target="../slideLayouts/slideLayout1.xml"/><Relationship Id="R7ecea686460f46a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91d14dcfd6334bf3" Type="http://schemas.openxmlformats.org/officeDocument/2006/relationships/image" Target="../media/image.png"/><Relationship Id="R9610489e7f0245b2" Type="http://schemas.openxmlformats.org/officeDocument/2006/relationships/slideLayout" Target="../slideLayouts/slideLayout1.xml"/><Relationship Id="Rb9c459a8f6dd4b22" Type="http://schemas.openxmlformats.org/officeDocument/2006/relationships/notesSlide" Target="../notesSlides/notesSlide13.xml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78fba2ebab7c4fa6" Type="http://schemas.openxmlformats.org/officeDocument/2006/relationships/image" Target="../media/image2.png"/><Relationship Id="Ra07993c6ad474368" Type="http://schemas.openxmlformats.org/officeDocument/2006/relationships/slideLayout" Target="../slideLayouts/slideLayout1.xml"/><Relationship Id="Rbc920333dfe549c6" Type="http://schemas.openxmlformats.org/officeDocument/2006/relationships/notesSlide" Target="../notesSlides/notesSlide14.xml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0d300d1c629a4ec0" Type="http://schemas.openxmlformats.org/officeDocument/2006/relationships/notesSlide" Target="../notesSlides/notesSlide15.xml"/><Relationship Id="R230a48f6c7ec4be0" Type="http://schemas.openxmlformats.org/officeDocument/2006/relationships/slideLayout" Target="../slideLayouts/slideLayout1.xml"/><Relationship Id="R5b9b53d0598a497a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a5dff1ac01464535" Type="http://schemas.openxmlformats.org/officeDocument/2006/relationships/slideLayout" Target="../slideLayouts/slideLayout1.xml"/><Relationship Id="Rccc8444baeba468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a8b98000abe4232" Type="http://schemas.openxmlformats.org/officeDocument/2006/relationships/notesSlide" Target="../notesSlides/notesSlide17.xml"/><Relationship Id="R8c5a33ab09dd475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c24498e2bdc4810" Type="http://schemas.openxmlformats.org/officeDocument/2006/relationships/notesSlide" Target="../notesSlides/notesSlide18.xml"/><Relationship Id="Raa2e0837410840b8" Type="http://schemas.openxmlformats.org/officeDocument/2006/relationships/image" Target="../media/image4.png"/><Relationship Id="Rb6b29773310847bb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e207a094716a4d04" Type="http://schemas.openxmlformats.org/officeDocument/2006/relationships/slideLayout" Target="../slideLayouts/slideLayout1.xml"/><Relationship Id="Re488e90000f74b1f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fcf04adb3824f3d" Type="http://schemas.openxmlformats.org/officeDocument/2006/relationships/slideLayout" Target="../slideLayouts/slideLayout1.xml"/><Relationship Id="Rb2ae41a8f4f94b9d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e61c7f19a100469e" Type="http://schemas.openxmlformats.org/officeDocument/2006/relationships/notesSlide" Target="../notesSlides/notesSlide21.xml"/><Relationship Id="Rf17f205628d04b3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59d79497d3a14c94" Type="http://schemas.openxmlformats.org/officeDocument/2006/relationships/slideLayout" Target="../slideLayouts/slideLayout1.xml"/><Relationship Id="R7170168e02f24973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6267E-378C-4609-B5B4-682BA8A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8EB03-59AD-4981-9D91-5584705D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FINAL REPORT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C4F4F-1E0D-4AA4-853D-898E8B0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VOC Improve × 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C76E2-0C0F-4930-9EFD-6E25AB6C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확장 최종완료보고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6360D-6C42-47D0-819D-2F764A7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합성 데이터 기반 QA부터 AWS 운영 증빙까지 하나의 검증 흐름으로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AF6F8-8B68-4FF4-8908-5AFFCF3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F6CD6-F67A-4D26-90A5-787A070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D473D-55E9-4A05-AAA0-68F5D4A2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05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EVIDENCE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C74D1-743D-40D1-84C7-59F80D71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2571750" cy="3810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F5011-5356-4DF3-A4EC-1BD7BC7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859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571D1-33EC-46A8-9398-1C8B1D2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7B2C7-EA8A-428E-8EFA-A6B3B3F8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F5F3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FDA53-BC54-4EC2-9856-1C5A907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2조 · AI Agent Quality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488C5-0717-44C5-A99B-4B503B49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0607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D8ED3-2242-4525-B22B-182E0BD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4D7D1-4D65-4062-846B-F8D141B2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2D419-6E27-497B-A767-5BBB5B0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650개 테스트와 AWS 운영 검증을 완료했습니다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E29E-6F2E-42B0-A6C2-23243D78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결정론적 QA는 모두 통과했고, 외부 Judge 미실행은 별도 위험으로 투명하게 분리했습니다.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8E158-B979-4FC0-98E3-3174100E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D5713-0E05-4518-ABEC-A7435EF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B964-41C2-479C-A82F-FD6DAD2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55353-D313-4BF0-9A4E-32CD35BA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9F8DB-FDEC-4DD5-830B-75FB724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650/650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9186D-68FC-4118-AA74-8C983258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22FF-DCF4-4CEB-A3EB-94A2798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3BC67-618F-4DBB-9DED-DCCF7B7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127E-DF8C-4B09-8BDF-A366664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3F3D8-75D7-428B-B2F3-AFB085E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DDDF8-E925-478A-AA98-160C74A1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6A6A0-D8F3-4951-B86E-3B0DF26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2463E-A658-4EE7-90F9-BD52EF4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514FC-2820-474B-9D4B-C1762A5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통과율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AE0D2-BB23-4B99-A23F-48ED6E08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21703-8065-4E69-BB79-08DEAC81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27C07-7627-4F86-AD3A-AD98D2FA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SKIPPED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67BE9-24DC-4B7E-B399-6E3BAD1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 Judge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52826-E70E-4359-8FAF-73BE442C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AWS 운영 경로: IAM/MFA → S3 → CloudTrail → 삭제   ·   발표 산출물: 한국어 내레이션 5분 24초 시연 영상</a:t>
            </a:r>
          </a:p>
        </p:txBody>
      </p:sp>
    </p:spTree>
    <p:extLst>
      <p:ext uri="{BB962C8B-B14F-4D97-AF65-F5344CB8AC3E}">
        <p14:creationId xmlns:p14="http://schemas.microsoft.com/office/powerpoint/2010/main" val="2088541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58299-6606-4A95-996F-A822CC9E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DB320-9D1A-4968-87DA-99CE2BF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3C1DF-A464-4B92-B505-7051F6B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완료 범위와 검증 경계를 명확히 구분했습니다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DED6-D8F5-43CD-B619-91ED1E2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구현 완료와 외부 검증 완료를 같은 의미로 사용하지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2D47E-97B1-43D3-B8B0-1D9FB58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1930A-E687-4726-9962-D1633F3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33E56-0950-4352-A08D-3597782A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E4B5-C158-466E-9A02-C740669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검증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7EE68-1992-4D36-9D91-69FEDC3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B566-B4B7-4C89-AB42-2F558C3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합성 데이터 기반 기능 QA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650건 회귀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AWS 파일 보관·감사·삭제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보안·비용 안전장치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55968-E1A4-4168-BFDB-ABAC8073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1F813-9A3F-4875-83D8-FAB254E1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13889-BC3B-41CC-BE84-CAAC7BB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보류·후속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8605D-61E4-4627-9EF4-4B3221C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D8C4-3943-4B11-BC72-1D523CEE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외부 LLM Judge 재실행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실서비스 트래픽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전면 운영 배포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장기 비용·성능 관찰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D3A1D-F9E1-40CA-BB75-584F848C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NEXT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99EE1-9CA7-4BF0-AFBE-3D13EE5F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8640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조건부 스테이징 가능</a:t>
            </a:r>
          </a:p>
        </p:txBody>
      </p:sp>
    </p:spTree>
    <p:extLst>
      <p:ext uri="{BB962C8B-B14F-4D97-AF65-F5344CB8AC3E}">
        <p14:creationId xmlns:p14="http://schemas.microsoft.com/office/powerpoint/2010/main" val="1048473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58D80-9395-4ACC-8EB2-0FE30B7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CB276-65B8-4917-B2D9-A47CED0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QUALITY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B91C9-E91F-4D02-9375-3E7D62B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VOC에서 배포 판단까지 하나의 품질 흐름으로 연결했습니다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E9C17-D510-40CE-A399-F980F0D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문제 탐지, 개선, 검증, 운영 증빙이 단절되지 않도록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88253-5B02-4FB0-B987-166FFC5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0EF58-EC8D-460D-8182-C839F2F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C0170-AA2D-4B1B-A78A-358478D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64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8C04D-353A-419A-B2FE-A6824D4A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VOC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02855-273C-45C6-9DBF-70CD9CF9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479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27ED5-B12A-4E3A-870E-FE5B97AA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393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7D047-826F-481E-BFA4-AC380E4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829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의도·이슈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38111-87E3-40C7-A304-BF7C6C52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07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2FE6F-4962-46BA-9C47-D9358D84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E4BAB-0FB3-4CE0-8999-44AA825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157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개선안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625DB-847E-4C11-9546-F6D37F0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136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E4370-E1C7-4DD2-A52E-C31BB40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DDE3F-B5EC-4EE4-B51A-8020FB9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486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결정론적 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B7013-E5F4-4D35-ADC2-948B4C40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464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9DDC3-9136-4046-8DD6-CF3DE9D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379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DF0E3-A675-4430-BFF8-60AD39B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814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독립 Judge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A5A59-8BAC-4029-BFF3-9463D21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793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AB4E4-FC71-4344-AFA4-7F53F09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BEE82-EA7B-468B-B6DC-330E0283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143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AWS 증빙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EA272-EBAD-4C4F-A0B9-CB38E0E7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121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43FE3-93B1-47A3-BAF9-17B348C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5036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681A1-0C33-4B55-85DF-4A5C817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471" y="2266950"/>
            <a:ext cx="1426029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배포 판단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D621B-D783-4F35-A799-9A657EF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실패·SKIPPED·ERROR를 구분해 품질 상태를 숨기지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57762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47D27-D27D-40FF-B8C6-5F47296F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BCC19-5D64-441C-820D-FEABF19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7FF2D-25BB-403A-B873-60650CDE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멀티 에이전트 파이프라인은 결과보다 검증 가능성을 우선합니다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ED30E-2AFC-4842-AB36-A012F5D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역할을 분리해 원인 분석부터 개선안 검토까지 추적할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AFC9D-6C38-47AE-A2FA-9A68755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376F-9C9B-4C01-B9A1-EEBA41E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7E11E-B653-437D-B108-863617AA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4088A-6D4D-4BC1-A2D6-C3435AB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Interpreter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C7E69-AB7C-479C-905A-F8C1A6A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8E827-5185-4A6D-8AE5-E59E2EF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32064-2378-4EB8-825A-0D062A22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Retriever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EFE29-A1E8-4D60-9EBA-1C490DCF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DCA49-E6F2-4039-B8CB-E0ACCA9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92CFB-19B1-44AE-8F1D-B7010AD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Summarizer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8D312-C013-4C32-B9FA-29D2873A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2A593-8BE8-4A94-A44F-DDA8B64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5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2F840-3CE3-4E85-B1C7-F015B9EA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Evaluator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8E205-6570-4859-BC15-AC50B6D0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72307-1918-443A-81F8-DB376637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E80D8-0B95-415C-9702-F8343DB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Critic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7E549-153D-459D-B650-53E40BB5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55CA2-B27A-4CE4-8E6C-2CFAAB9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0A9AA-3CFF-4872-80D9-73381FFE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Improver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B9341-8C66-4D0A-AA68-BD6B53A5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Interpreter: 의도 분류   ·   Retriever: 관련 근거 검색   ·   Summarizer: 핵심 이슈 정리   ·   Evaluator·Critic: 품질·근거 점검   ·   Improver: 실행 가능한 개선안 생성</a:t>
            </a:r>
          </a:p>
        </p:txBody>
      </p:sp>
    </p:spTree>
    <p:extLst>
      <p:ext uri="{BB962C8B-B14F-4D97-AF65-F5344CB8AC3E}">
        <p14:creationId xmlns:p14="http://schemas.microsoft.com/office/powerpoint/2010/main" val="1185455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1D9A8-7003-42BD-B6E1-EA79E0DF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6CF5F-29D9-48E7-906A-BE84940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QA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23F3A-E21E-4EAD-B525-E41A807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단위·통합·계약·입력 판정을 분리해 검증했습니다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8D3B1-FD8F-49F7-A40F-EB04D8DB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한 종류의 테스트가 모든 위험을 대신하지 않도록 계층별 목적을 나눴습니다.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F18B-E6C4-4017-A465-9F4155A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022FB-5FAC-4FDC-B150-167694F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45975-7935-439A-9AAE-871500A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DDD83-965F-42CE-B047-D9D03C8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58E50-8FD4-466F-A222-4CA18ACF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단위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D79F8-5A29-43D0-831E-5249878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핵심 함수와 상태 전이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83231-0165-45EB-8CA0-156EF26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3DDBF-45B7-44A8-B086-52ADD176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B35DD-5150-467C-8002-F8F0742B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통합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E9D3F-ED8B-40E7-880C-7FAB8DDF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API·저장소·화면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586FE-2A1E-4C96-A752-3600979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1746D-656D-427D-BB0D-6F879CD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BE67C-C729-4F31-B789-D76158F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계약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7A30-EB6E-4552-9723-9B7ABE6C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에이전트 입력·출력 스키마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A31A4-19EA-4127-8AF3-5E3F8A2F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D0A11-5D41-4892-B160-5E8C511C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1A592-B624-4A86-A423-CCB6B343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회귀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2F87A-D820-4F64-B0F3-05E9B703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기존 기능과 데이터 격리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42D72-66E4-481C-A30D-1D81848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3337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75D95-DF2E-4C58-BA01-2ABB4CB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5052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F4EAF-089C-48CB-8A2B-825217C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7338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Judge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0E97E-37C2-468E-BA7C-0F17D3D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1910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외부 모델 독립 판정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95DD3-13EA-4FF7-B7E7-7BCBA10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48350"/>
            <a:ext cx="3048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Judge는 이번 실행에서 SKIPPED</a:t>
            </a:r>
          </a:p>
        </p:txBody>
      </p:sp>
    </p:spTree>
    <p:extLst>
      <p:ext uri="{BB962C8B-B14F-4D97-AF65-F5344CB8AC3E}">
        <p14:creationId xmlns:p14="http://schemas.microsoft.com/office/powerpoint/2010/main" val="272253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E0CD5-5EEB-4CEF-9F80-388F2C0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B2986-06A9-4330-9BB4-D05CAF63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TEST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9AAFF-90C9-43AC-AB32-E5CD4092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 테스트 650건이 모두 통과했습니다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F143-986F-4A3E-93FE-627C372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결정론적 회귀 테스트 기준으로 실패 없이 재현되었습니다.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0ADF2-743D-4152-BB3A-D130234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D51A0-DF9E-4686-A22F-5F45EC4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974BE-5068-4292-95F6-BCE4826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136D-69D6-4689-8DAA-E6794D76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51366-FD6F-4A6A-8800-062C125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650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E339F-7886-40E5-B353-A44DCC16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F8BAD-557E-4D48-89A6-E8340D3B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2434C-D45D-48F4-A4D6-2A06704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E4077-2DF7-4078-A768-29AC107F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650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AE91B-02A7-464A-828E-8BD24CC3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8021D-F57C-4367-ABE8-1C67BAE9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9DC97-87C4-4C8E-A58A-077369F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3A2D6-4DF2-4978-B888-114B1D5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5AC6B-F652-4B93-ACBC-AC706DB0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FAILED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4A9C4-F7E5-4EA6-A985-7899D488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52600"/>
            <a:ext cx="2524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F3EC7-6284-483E-A7D9-FFC4D242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240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229CA-F5FD-4EDC-8353-FAEC234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098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9D60E-6ABB-4CA1-BA57-ACA61D86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21812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PASS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214D3-6F58-4D39-9EC2-3AB83B3C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명령: pytest -q   ·   기능·보안·저장·모니터링·AWS IaC 회귀 범위를 포함</a:t>
            </a:r>
          </a:p>
        </p:txBody>
      </p:sp>
    </p:spTree>
    <p:extLst>
      <p:ext uri="{BB962C8B-B14F-4D97-AF65-F5344CB8AC3E}">
        <p14:creationId xmlns:p14="http://schemas.microsoft.com/office/powerpoint/2010/main" val="384715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7DD55-CF57-49F4-9752-D8E61E1C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15B22-39D2-42A9-9465-0A5A043B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JUDGE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32D20-F769-458B-BB61-2AB6A6D2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Judge 미실행을 통과로 위장하지 않았습니다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D5861-37C8-4A20-B4E4-DC5806D1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결정론적 테스트 통과와 외부 모델 검증 상태를 분리해 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3D997-418D-4464-95A8-6F63831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52843-5042-4204-BDD0-579B5D2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26DF9-A321-44EA-8125-0AEA66C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9E1E6-DECF-4EB9-ACA9-BF2E5C00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결정론적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6329B-BBB1-4596-A390-9D0ECD3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650/650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F7E9E-79C3-40CF-885C-2A55FE3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8869-A783-425C-A0B2-16CAF58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 Judge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0FDDB-7DC9-42F2-B5EE-39F32C1C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LLM Judge: SKIPPED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7011D-9942-4021-AB23-E24704D3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338FA-2647-4348-97E1-14F7FFC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최종 품질 게이트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F4D4F-A091-40D9-A33E-2AF51A0A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UNVERIFIED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67423-CF5D-4151-B365-0401CD35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외부 provider 또는 크레딧이 준비되면 동일 산출물을 독립 재검증합니다.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389912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78BC8-0C2E-47D5-B2F0-AA446680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5BB19-7AB7-41E6-98C4-B3C8C69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RELEASE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1416A-3F02-44FB-802B-D48BD4E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조건부 스테이징 가능으로 판정했습니다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595CA-E0F8-4D62-84BF-4C496AC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검증된 범위는 활용하되 외부 Judge 완료 전 전면 운영 배포는 보류합니다.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982D-2E01-4FD7-80FA-0B3A90D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1BD86-2C31-4FDE-A896-9E5D7DDA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B8CFE-3792-4823-8A30-C2B1141A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B2224-58E4-40C0-A7AC-FAE2D11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59B68-93F4-48D9-87F5-5DDC08EA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6D0B2-1A1B-42C4-A6C3-AF11660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스테이징 배포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합성 데이터 QA 시연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AWS 증빙 검토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운영 절차 리허설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09C0F-920E-4AE4-9409-2E9FC9CC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ACFBA-0834-4048-BB64-C56FA513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66BE0-C192-4063-922D-20984935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필수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47FCB-71ED-4BCB-90B7-4407807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D11D6-AB77-4A7B-B689-DB1D64AE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외부 LLM Judge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실데이터 비식별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운영 알림·복구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승인 후 단계적 확대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325BB-322A-44EC-B592-60BC4589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NEXT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A77B3-4915-4011-AA35-16A81EC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8640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CONDITIONAL_STAGING</a:t>
            </a:r>
          </a:p>
        </p:txBody>
      </p:sp>
    </p:spTree>
    <p:extLst>
      <p:ext uri="{BB962C8B-B14F-4D97-AF65-F5344CB8AC3E}">
        <p14:creationId xmlns:p14="http://schemas.microsoft.com/office/powerpoint/2010/main" val="389912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5E1F0-168A-444C-A0BE-A3D76C0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6F234-D936-48E7-9407-82C305AB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AWS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EA40-C6D5-4EF2-887A-C7B32A6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AWS에서는 보관·보안·감사·삭제 경험에 집중했습니다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24A09-4CA8-4238-8FD8-EAD45B5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서비스 배포를 과장하지 않고 실제 수행한 운영 경로만 보고합니다.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1C8D2-B11F-4C14-99CF-0C8F8C7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D3A1-3E00-4906-97D2-5E4F381B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152DC-32F2-4FCA-98DD-D775282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51B21-FC0C-41ED-B5A2-9F2AA8B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9A0BF-7AE7-4A06-863F-0B13C9C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계정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AA3FF-4A46-4434-B9CC-5F96E068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IAM·MFA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501C8-F8D6-4D9C-A346-8A06082D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F3434-9C39-4DEB-B14D-C7ABBC88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9574E-C43E-4CD3-9563-C63BB23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비용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3E885-9E2C-4202-ADAB-F0E968D3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Budget·Free 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96093-A7DB-4E5C-B2A9-D906272E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6954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61D3A-451D-4F85-A6DF-2476AB8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E8FBA-B314-459E-9981-F85C541F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보관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7DAA2-073C-4A7B-90C7-CCB1D73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5527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CloudShell·S3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CB9F4-17FD-4A11-BB19-54136A0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105C4-EA0A-4079-8590-6F4DE744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1304E-15F3-43B8-9F40-2A16803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보안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DEF0B-8C99-4266-8F23-09C43C2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Block Public Access·SSE-S3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1009A-0959-4D89-9C8A-81247D5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333750"/>
            <a:ext cx="344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EF61E-FDCD-42A4-BA6E-F61B45A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5052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2E2E78-463B-4670-9B6E-00517330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7338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감사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BD98B-B946-478B-A2DE-4FF3B6F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191000"/>
            <a:ext cx="306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CloudTrail·삭제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CB8B5-ECB5-440A-B0C7-FAAB460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E2E 서비스 성능과 실제 사용자 트래픽은 이번 보고 범위 밖입니다.</a:t>
            </a:r>
          </a:p>
        </p:txBody>
      </p:sp>
    </p:spTree>
    <p:extLst>
      <p:ext uri="{BB962C8B-B14F-4D97-AF65-F5344CB8AC3E}">
        <p14:creationId xmlns:p14="http://schemas.microsoft.com/office/powerpoint/2010/main" val="708582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B8EEA-D75E-4D06-B767-B49933AD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6CC77-3A75-4A19-8A45-1913AFB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COST GUARDRAIL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2A85A-C220-43D4-98B2-06DBB06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비용 위험을 낮추는 운영 원칙을 먼저 적용했습니다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16130-2CFD-4A5C-B348-0DF177C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무료·저비용 서비스 중심으로 실습하고 종료 시 리소스를 회수했습니다.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F2518-B801-4057-841E-F5E97A70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69B7-EF68-442C-AAF8-73B6E9BF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870D7-E19B-439B-A5D7-0B430CBE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1DDDC-B7DC-4277-8BF5-3A669C6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MFA 적용 및 최소 권한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D147C-21B4-4616-B93B-EDE43F1A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80C40-151A-4B1E-AB7F-3EB984AF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Zero Spend Budget·알림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7FC98-055F-4691-B51A-5B194C1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0365D-4ADE-4BC6-96D1-3DED7FB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Free Tier 범위 우선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D8D5C-ABE7-4212-B4BB-7139373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994FA-9903-41C0-B2D2-10BFCE5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유료 서비스 생성 최소화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78FC8-A5E9-43A4-8EE1-62BF6DE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07378-2D2B-4979-8004-6349617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 후 객체·버킷 삭제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FDE4A-E1BF-4FC6-92FD-94122E1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비용 절감액은 산정하지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58085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DA94E-CB4D-453F-B8D2-4AE3D14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D2E50-7D58-4DF6-BE6F-6B50A0F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AWS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498ED-9F81-4E08-98FD-2969FDD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로컬 결과를 AWS 감사 흐름으로 연결했습니다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71521-BE68-4C8F-AEB7-97BA21A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산출물 생성부터 삭제까지 한 번의 추적 가능한 운영 시나리오로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B9494-7FD6-4AA4-9BD9-8AAD996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65674-FFBC-4B29-8602-48601246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CDB53-B91A-4870-9391-C7345CA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A8AAA-465A-4253-8A54-1B08495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로컬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96E99-0B95-45A8-948A-C9BB416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2A7C1-0934-4B46-8991-59D1DA9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CFC8F-414A-4F4F-8BCD-F7B66204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AEE78-7EB1-4D84-8CA3-43FD3F2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AC393-5E46-481B-94A8-F72938C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CA619-805A-488A-B9CF-0234D2C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CloudShell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70DFD-2E14-43BB-9324-4CC959B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DB80F-E220-4527-908B-46664444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5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1571B-0F75-4A3F-84A7-46BFAD91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S3 업로드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C1CF1-DC3B-4E0F-BD01-A5D543A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BF966-12E5-4221-B951-FDFA197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851A5-FEAC-4227-96FA-149DB69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59E7D-9493-4BE5-A2BD-D47B1FE9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5527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443A0-7E1D-4F5B-B1EC-8473A5C6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75" y="1809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C498D-08DF-478D-BD30-A36F157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50" y="2266950"/>
            <a:ext cx="1682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객체·버킷 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D3611-3348-40DB-B43B-65846F3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식별 가능한 계정·버킷 정보는 발표 자료에서 비식별화했습니다.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8305481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BE1C9-DF07-475C-B30D-4F67B47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2F15B-271E-4028-9782-221748F7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AWS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6783B-2293-42D5-845A-34409E0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계정 보안과 비용 안전장치를 먼저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7E54-D3D6-4C16-B110-591AD8B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데이터를 올리기 전에 접근 통제와 비용 가드레일을 점검했습니다.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D93B5-6971-436B-AE37-5F001550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AB7A6-F6E1-4D62-A672-057A163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1AF3B-B138-4BBC-A402-5B619F8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733800"/>
          </a:xfrm>
          <a:prstGeom xmlns:a="http://schemas.openxmlformats.org/drawingml/2006/main" prst="roundRect">
            <a:avLst>
              <a:gd name="adj" fmla="val 3061"/>
            </a:avLst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F9DF6-7623-4158-B724-2D1AE10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브라우저·계정 영역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3726B-2CED-43A4-85E2-82CF4912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6667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작업표시줄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8BC3F-3769-4A8E-8F28-1D7AD96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71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DDA26-BA54-4D54-B45B-1859482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D80E5-CD08-4581-A862-7FE97DD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루트 사용자 MFA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55631-B255-40E0-B320-E8BF0EA0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48BB3-5284-4301-9ED8-03878220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IAM 사용자·역할 점검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6C072-98E9-4E93-9D64-15DC46D2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0358E-4A83-4C83-AC0C-AB333F1D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Zero Spend Budget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E80-428A-44A0-8EE7-39A26804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BC3F0-50F0-499C-8E21-48CEFF05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Free Tier 사용 범위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0A11E-4B66-4E96-AFDE-74DBE71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민감 식별자 비식별화</a:t>
            </a:r>
          </a:p>
        </p:txBody>
      </p:sp>
      <p:pic xmlns:a="http://schemas.openxmlformats.org/drawingml/2006/main" xmlns:r="http://schemas.openxmlformats.org/officeDocument/2006/relationships">
        <p:nvPicPr>
          <p:cNvPr id="22" name="Picture 21" descr="aws_security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04311"/>
            <a:ext cx="6667500" cy="231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31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8D4A4-772C-439F-9515-5B49C06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CDAAD-6712-48E2-94FA-7DE4CF3F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LOCAL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AF7B5-AD98-440D-926F-A0BDA3D6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AWS 업로드 전 로컬 결과를 다시 검증했습니다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BAEBD-BD4D-4907-B98B-69E4A73E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업로드 대상이 최신 QA 산출물인지 로컬에서 먼저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551B8-5AFF-4549-9B87-9C5B7B2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A9C4E-60D8-42FF-BB5F-F47764D3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DDC3A-79CE-4870-85DD-1D78300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733800"/>
          </a:xfrm>
          <a:prstGeom xmlns:a="http://schemas.openxmlformats.org/drawingml/2006/main" prst="roundRect">
            <a:avLst>
              <a:gd name="adj" fmla="val 3061"/>
            </a:avLst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30024-C02C-493F-8E64-B54CE926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제목·화면 식별 정보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715C4-E37A-447A-BEDF-D3E7FAC1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6667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작업표시줄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1B66D-B34A-4DD8-99C2-B849B493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71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903C6-96C5-4D05-B9CD-6831EB7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B884A-5F45-40B9-990A-ABB198A3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 회귀 테스트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5AD7B-C858-452B-AF51-1D5B928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252CD-2D8B-4AA3-B7DF-FB88839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테스트 결과·품질 보고서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99F52-EDA4-4884-BC22-0442B77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2D2E9-E425-433C-8AAE-680AEC6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파일 목록과 생성 시각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BA0D9-548C-497A-B078-343E5EA2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61D2B-ABA0-43FF-B4E7-5EFB48FA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 Judge SKIPPED 표기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FE771-A2F4-42C5-9696-94D65F5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결정론적 QA PASS</a:t>
            </a:r>
          </a:p>
        </p:txBody>
      </p:sp>
      <p:pic xmlns:a="http://schemas.openxmlformats.org/drawingml/2006/main" xmlns:r="http://schemas.openxmlformats.org/officeDocument/2006/relationships">
        <p:nvPicPr>
          <p:cNvPr id="22" name="Picture 21" descr="pytest_cropp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6398"/>
            <a:ext cx="6667500" cy="87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064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142FF-4925-4D68-8CCE-0DAF9319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5721A-7CBD-4210-B48C-D6821FA4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S3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2BACA-9380-4059-82E4-84ABD77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CloudShell에서 QA 산출물을 S3에 저장했습니다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C53A0-D538-4119-82AA-F5CBF044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로컬 보고서를 운영 보관 경로에 업로드하고 객체 목록으로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E2E6F-605D-4A15-AF4B-19557EEE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DE28F-93E3-4FCC-B4E6-0F1C195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7DDE1-E319-497A-8755-FC67175B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733800"/>
          </a:xfrm>
          <a:prstGeom xmlns:a="http://schemas.openxmlformats.org/drawingml/2006/main" prst="roundRect">
            <a:avLst>
              <a:gd name="adj" fmla="val 3061"/>
            </a:avLst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F9019-6D95-47FA-8F6E-DF1816C0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버킷은 실습 종료 후 즉시 삭제됨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C608B-A287-4510-AF95-32F4979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9800"/>
            <a:ext cx="2476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종료 후 삭제됨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3CAD9-7991-4C32-9E4B-8BBCC9D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3143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테스트 결과·결함보고서·배포판단 문서 업로드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202EC-C423-4729-8CCD-63280C5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6667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작업표시줄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2103B-AA86-4FF5-BFF7-90CA932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71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537B2-82FA-497F-BFDA-14D6B16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F8DB1-CBCE-4FB5-BCBD-B079D68D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CloudShell 리전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57CC9-6919-4ED0-A7A4-DF77251E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63DAB-DFB5-41B0-B220-95252461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고유 버킷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19DAA-2445-4B82-9BE4-C6F9481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8F7BC-21D4-4DEF-B14A-DED9A24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reports/ 재귀 업로드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E71A5-F399-489A-95A8-8223CBCD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C411D-2C59-4FC3-9076-0CA23E0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객체 목록과 크기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B485E-D622-49E2-9D45-C3254633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종료 후 버킷 즉시 삭제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4390"/>
            <a:ext cx="6667500" cy="8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31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6A1A5-AC47-4FB7-86CF-4ED8EFC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501FE-80E6-4BF4-B309-848871A4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S3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DB078-4D5E-4F34-A56A-061AAC3F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S3 보안과 파일 무결성을 검증했습니다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0EFF-00AE-47ED-9996-5A65CD74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공개 접근을 차단하고 저장 암호화와 해시 일치 여부를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D1A5-C625-4D7C-B15E-63B313A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9EE3F-7CD2-47FC-A1B3-EA54C1B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2E828-7F7C-4A51-81A2-C6AAB373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441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F28A3-3F82-4852-B168-EC840D06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418FF-A07F-4DF2-8A3E-9B312CAC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Public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1E958-64D2-4B26-A83F-832D724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3060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BlockPublicAccess 전체 활성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D53FB-39CB-40C4-982B-9D3B26ED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695450"/>
            <a:ext cx="3441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753F-F7E1-4C3B-AF19-C022493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6D748-E58D-4EB2-821D-1FF6BAB4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Encryption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EA852-3305-48DD-B18B-641FA0B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552700"/>
            <a:ext cx="3060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SSE-S3 기본 암호화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FDAAD-C573-44B7-960A-59EFCC95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695450"/>
            <a:ext cx="3441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D7B33-3CE9-407D-A2B8-B2B845F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66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B0CA7-40F7-4CCF-8EB5-553C387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095500"/>
            <a:ext cx="306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Integrity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9686D-52FD-4688-A550-6896C447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552700"/>
            <a:ext cx="3060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로컬·S3 SHA-256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78AFE-EB1E-4D6B-A27B-BA87F5D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48350"/>
            <a:ext cx="3048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보안·무결성 확인</a:t>
            </a:r>
          </a:p>
        </p:txBody>
      </p:sp>
    </p:spTree>
    <p:extLst>
      <p:ext uri="{BB962C8B-B14F-4D97-AF65-F5344CB8AC3E}">
        <p14:creationId xmlns:p14="http://schemas.microsoft.com/office/powerpoint/2010/main" val="7643411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B0663-6C53-4F7F-AEEE-21AEC8F3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13271-F8F2-4C0A-AA57-9E8C4A9F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39BD7-E40D-4DAE-BD46-5FB7BA33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CloudTrail로 작업 이력을 추적했습니다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6B5A3-7B13-47DC-B82A-7DFC5A4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누가 어떤 리소스에 어떤 작업을 했는지 이벤트 단위로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1BC2C-BD17-4C6F-B847-B38D9BC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43212-E6C8-42A4-AD78-0351C36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0128F-0C47-468B-A015-A1284D0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905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CreateBucket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F3E1D-B6EF-46AD-94EE-30DF239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1905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PutObject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8133E-9FC7-456B-B408-456BC9A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52600"/>
            <a:ext cx="1905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GetObject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BE8F7-96EE-48D5-A804-17543F8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52600"/>
            <a:ext cx="1905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DeleteObject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3AC4A-F9FC-457C-B0BA-04C9AC41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1905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DeleteBucket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3317C-5DB4-485C-885E-9CF60D3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Event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D1ECE-825E-41E5-88EB-055E176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47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요청 유형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D396D-7B47-4913-97CC-7FB95CE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Event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A14CF-2914-4E5A-AD8F-BEC307E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647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작업 순서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AEE76-98B7-49EC-9401-75BB0DF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AWS Region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449C7-E6AB-4F90-B92C-4E3190E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647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리전 일치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1498D-7794-4D18-AA20-38C265A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User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18A63-C0F2-4A8E-9CC6-ACC310EA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647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주체 추적 · 비식별화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A2333-F329-41F0-9E01-33B27CA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01C3D-B332-41F9-A069-D91B1C8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647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대상 리소스 유형 확인</a:t>
            </a:r>
          </a:p>
        </p:txBody>
      </p:sp>
    </p:spTree>
    <p:extLst>
      <p:ext uri="{BB962C8B-B14F-4D97-AF65-F5344CB8AC3E}">
        <p14:creationId xmlns:p14="http://schemas.microsoft.com/office/powerpoint/2010/main" val="8249551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31D9C-DCAF-41B0-90D8-EB291BD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B23D4-870F-47B0-8456-70397B6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CLEANUP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16BBD-3F72-4C80-B9F9-35EC5AD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 리소스를 삭제하고 비용 노출을 차단했습니다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FD535-F441-45C4-B986-17C4321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객체와 버킷 삭제까지 완료해야 운영 실습이 끝난 것으로 판단했습니다.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0AB4C-93D4-4E77-AC64-55BE0B9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89E7D-09E4-47D8-B112-54A7875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4F3C2-3273-419A-ABA1-EB98B30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3733800"/>
          </a:xfrm>
          <a:prstGeom xmlns:a="http://schemas.openxmlformats.org/drawingml/2006/main" prst="roundRect">
            <a:avLst>
              <a:gd name="adj" fmla="val 3061"/>
            </a:avLst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EC714-E308-43DF-A380-588C2D8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667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버킷은 실습 종료 후 즉시 삭제됨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0D27B-0247-441E-ADC6-5193889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667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삭제 성공 · 정리 완료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47F81-1C9D-4483-AD08-05DD0CB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6667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Windows 작업표시줄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E156D-AFB1-4577-ADBD-699AA35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71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8782E-ED60-495E-ACAA-0E34FAB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6EAB1-37A5-4E98-BACD-DE76FB2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객체 삭제 결과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225F4-584E-4FA8-A0DA-6B7274A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553D7-5CBE-4993-9F42-77658094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버킷 비우기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2EBDA-37F4-4C16-A42E-10EAA12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5F366-1999-4B71-905C-53C81E20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버킷 삭제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75512-0D80-4268-A630-202AEA4C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9444D-B3FA-469B-9ECD-A42DE14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남은 리소스·비용 항목 재확인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94325-C4F1-489C-86FC-BDEE53B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정리 절차 완료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54555"/>
            <a:ext cx="6667500" cy="92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434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3D22A-41A9-4DD6-8FEC-ED94CF5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C1B9-1ED1-4F30-BA41-A56F3DA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REMEDIATION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9713A-BBDD-40FC-A130-916E88E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오류를 원인–조치–재검증 흐름으로 해결했습니다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40358-B11E-4FE5-BB67-102EF86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실패 화면을 숨기지 않고 재현 가능한 개선 기록으로 남겼습니다.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66AD7-E4D6-4C0D-B72E-AB8BCE35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CD730-C703-462E-AE7D-02D03AF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49DC3-4E75-4636-A043-DDA61E4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9919E-7714-4D32-AF31-03786B9D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95450"/>
            <a:ext cx="466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0F817-8D3F-4432-BC3F-9C3D186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3619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F44F5-EA15-4920-8471-49F672AC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버킷 이름 충돌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18C8D-F1FB-4C53-893F-419E643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4667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고유 접미사·사전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12E15-6E56-4627-869E-28E0AE3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3619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생성 재확인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B1B7B-5E45-46F9-916A-8A24B1F0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권한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CC98-4DDC-49E5-892B-C3A40B33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4667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최소 권한 정책 점검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B1695-8035-448D-890A-2DBE494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3619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명령 재실행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86B0D-6C77-477E-8C49-C2B5A52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비용 노출 위험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F6879-37E8-48A9-8D72-BF2CEEF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4667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Budget·Free Tier·삭제 절차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2C1A1-1DCB-4761-8D18-4C558CD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619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리소스 재조회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4C1FD-9FF3-423F-A810-98ED8BB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발표 화면 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A67B1-8F61-4933-84A1-A6F6B04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4667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식별자·작업표시줄 비식별화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BD117-9196-4710-B649-D67E0F5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81500"/>
            <a:ext cx="3619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전체 슬라이드 육안 점검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28950-45C1-4703-BBD1-50EBB11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 후 재검증</a:t>
            </a:r>
          </a:p>
        </p:txBody>
      </p:sp>
    </p:spTree>
    <p:extLst>
      <p:ext uri="{BB962C8B-B14F-4D97-AF65-F5344CB8AC3E}">
        <p14:creationId xmlns:p14="http://schemas.microsoft.com/office/powerpoint/2010/main" val="17738201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382EC-5454-4A74-A526-620EC00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2BB91-ED16-427F-B715-A77D4F98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AD841-810E-4D12-A6B9-658FB4C3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발표와 재현에 필요한 산출물을 한 묶음으로 정리했습니다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B1CF1-6532-482B-ABF3-E6DBB14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평가자는 결과뿐 아니라 설계·테스트·운영 근거까지 함께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B639D-494C-4774-9AF4-FCF0D14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2E180-75FE-44DB-9A9E-8F54230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75346-736D-405D-A97B-3835210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1F5FF-9BFC-42BE-98CA-F24E9924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최종 완료 보고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F601A-3127-4284-A96B-C574101B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E11C8-099D-4C84-B1D4-17D894D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테스트 결과와 시나리오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FF37C-6EF3-4A78-A3D2-E67819D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12AD3-8DE8-46BF-BB10-F2637D37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설계서·프로세스 명세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A0E6A-9458-4910-8DAF-8ADFD9C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2773D-6498-4D79-BF22-DD605823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AWS 배포·운영 매뉴얼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4160D-E987-42F0-982F-1FFF5C2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4DF8A-F44B-4469-BDB5-D3D0F93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보안·감사 증빙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FE393-8F31-46E9-AF5F-E54B271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0BDBB-0533-41C6-9659-8ADE7DD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464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 내레이션 시연 영상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A6AB7-FF08-4905-A18F-FB5C1F4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문서·증빙·영상 연계</a:t>
            </a:r>
          </a:p>
        </p:txBody>
      </p:sp>
    </p:spTree>
    <p:extLst>
      <p:ext uri="{BB962C8B-B14F-4D97-AF65-F5344CB8AC3E}">
        <p14:creationId xmlns:p14="http://schemas.microsoft.com/office/powerpoint/2010/main" val="1804011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7522B-0983-43D2-8EEC-221D58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FE293-B7C9-434D-8564-55A6623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DEMO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74C9F-2B30-42F6-8583-0F9090A2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5분 24초 영상으로 전체 동작을 재현했습니다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9A24D-9BA1-4BD0-B579-01FE8ED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정지 화면을 최소화하고 자막·내레이션·단계 번호를 기능 시연과 동기화했습니다.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40F5E-877D-40A9-8063-D885DD5F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EAAB0-42A4-4573-A416-71E5A8A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881BF-5231-4F81-B136-CA493B2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6BC27-C3BB-41B9-8350-037E27D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CADF-2984-496F-8F71-F8CDE0B4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프로세스 흐름도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1F70A-7EBE-4503-B3C0-80DD3A74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875C6-C910-4359-92F3-4352B0ED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로그인·등록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AAD9-D286-417A-ADC8-991D498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0CB46-32A5-4464-B18E-48E37209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합성 QA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1DC90-0408-45B0-9599-3F78AD86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39443-A0C1-4E3D-8FB5-4AE946B8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VOC 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42918-1579-4A7C-A329-1AB343CA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6FE52-177C-4724-A484-B063FC75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모니터링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1F3B2-4919-4A1C-8C51-5CE5FFB0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CB2C8-7674-438E-A895-2CB13C79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AWS 증빙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71D4B-BF61-417A-9747-D2022C8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01E9B-E1EF-4940-8ABC-4A51831E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051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최종 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B05BB-C269-467F-A1EF-1DA44A0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한국어 음성 내레이션   ·   15단계 진행 번호   ·   작업표시줄·북마크 제외   ·   LLM Judge SKIPPED 명시</a:t>
            </a:r>
          </a:p>
        </p:txBody>
      </p:sp>
    </p:spTree>
    <p:extLst>
      <p:ext uri="{BB962C8B-B14F-4D97-AF65-F5344CB8AC3E}">
        <p14:creationId xmlns:p14="http://schemas.microsoft.com/office/powerpoint/2010/main" val="16255432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8D2C3-E294-46F3-ABE3-85D1878A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E1FFD-4E67-4912-B7CF-43B0452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1C9D8-69BD-42E6-AAC5-16DDE95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검증된 범위부터 단계적으로 운영하겠습니다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818B-FC32-4496-ACAE-8608C33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합성 데이터 기반 QA와 AWS 운영 경로는 검증 완료. 전체 테스트 650건은 모두 통과했으나 외부 LLM Judge가 SKIPPED이므로 전면 운영 배포는 보류하고 조건부 스테이징 가능으로 판정한다.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EF20B-0EFD-4B2F-AD51-9A659259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VOC Improve × AWS 확장 최종완료보고 · 2조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0AC4E-7EF9-483B-93DD-C4EA879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7A614-52CA-443D-91F2-1DDC3FE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A20F2-A36F-463B-A06B-ADD5880B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확인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6CABC-E9B0-4C7B-9AFB-7530093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67DD3-84FB-4065-BF11-8571F673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650/650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AWS 보관·보안·감사·삭제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문서·영상 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C72E4-7C55-45D5-B3E0-73C6EF2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F0FD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C23D6-5E2B-4047-A3B0-211866B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15770-BAAB-46FE-BF11-7A7D6CD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07FCE-FAA4-45F4-BFF2-A9C4E9C4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478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8DA4E-76C1-43A7-8442-3725031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외부 LLM Judge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실데이터 비식별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✓  승인 후 단계적 확대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4363-62A3-460B-9638-797C6F9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NEXT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0DBBA-D9CB-454F-A559-51CAB99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8640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CONDITIONAL_STAGING · UNVERIFIED</a:t>
            </a:r>
          </a:p>
        </p:txBody>
      </p:sp>
    </p:spTree>
    <p:extLst>
      <p:ext uri="{BB962C8B-B14F-4D97-AF65-F5344CB8AC3E}">
        <p14:creationId xmlns:p14="http://schemas.microsoft.com/office/powerpoint/2010/main" val="8054014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2026-08-04T06:23:47.4530000Z</dcterms:created>
  <dcterms:modified xsi:type="dcterms:W3CDTF">2026-08-04T06:23:47.4530000Z</dcterms:modified>
</coreProperties>
</file>